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6" r:id="rId9"/>
    <p:sldId id="267" r:id="rId10"/>
    <p:sldId id="268" r:id="rId11"/>
    <p:sldId id="270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733"/>
  </p:normalViewPr>
  <p:slideViewPr>
    <p:cSldViewPr snapToGrid="0">
      <p:cViewPr varScale="1">
        <p:scale>
          <a:sx n="110" d="100"/>
          <a:sy n="110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D086-F858-1F42-940A-7D30AC1F5C6A}" type="datetimeFigureOut">
              <a:rPr lang="en-NP" smtClean="0"/>
              <a:t>08/06/2026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FD964-7D77-9643-B743-51E157D3BFF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50257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96F4-0850-8F94-2622-56FC37313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89E6B-2542-0816-0D30-EFD1A611F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96312-E46F-B63A-FD41-C647CF3E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DB60-744A-6942-AFF2-62290B1966BC}" type="datetime1">
              <a:rPr lang="en-US" smtClean="0"/>
              <a:t>6/8/26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78E66-FE6D-890A-2651-2C0D7193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7FAA-EB29-3554-9EF3-4B738243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751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254F5-C783-53F9-C65D-C8059EA7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804C-2540-1F4C-3BC1-C6C932299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FCC32-39E9-4B80-DB34-286E27A1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4742B-AD11-2674-2593-1EAFD2821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ABB4A-DD11-8917-8693-6D81673E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3769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1508-FB0A-D4FA-D471-597BA278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2F959-AE20-E5CD-1631-41BF05850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D387A-1505-76BB-780E-4B0AEE2A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70D19-56B9-384F-BE61-D4F3F7ED8DD9}" type="datetime1">
              <a:rPr lang="en-US" smtClean="0"/>
              <a:t>6/8/26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4B0BC-2850-A94C-5488-E9526441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CB392-F837-9013-1652-BE69FEE5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1375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2306-1EEC-2173-801F-7E623903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02A9E-8F73-DC24-175B-43D4392CF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45DE0-DFCF-BF80-88A6-35DB982D0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7F42A-912B-87D8-2E45-2C900605C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731C-6447-904E-B3A4-28B7D2EE797B}" type="datetime1">
              <a:rPr lang="en-US" smtClean="0"/>
              <a:t>6/8/26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87405-C6E9-6090-15C2-A69F2134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16C82-FF5F-B22B-B402-0862E1AC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5011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9B1E-D13A-9002-FB9E-638D357A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D58A8-C8E1-3708-3183-CD7A015C3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E2A31-05F8-9CD4-EA8C-7B5ACB217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F3E8D-1E3C-4DED-159B-53D66188E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0F018D-7195-3EEA-61FD-28F861219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85BA3-24B5-E953-39CA-B98E1EE4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88C06-72C9-C241-B395-BA6C230240A0}" type="datetime1">
              <a:rPr lang="en-US" smtClean="0"/>
              <a:t>6/8/26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F9B9B-6A8C-404A-B12B-D534EBA9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71816-EFF6-76D6-90B5-4F7342AD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2699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E7BD-0E50-0874-C9DA-C6F7F35A0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04F96A-27C5-258D-1945-583D8A3B3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8B2D-7BB7-854C-91B0-C0EA0BF25206}" type="datetime1">
              <a:rPr lang="en-US" smtClean="0"/>
              <a:t>6/8/26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15252-D809-55D3-D918-345E01CE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1C9E2-09F3-F3E6-98BD-0857450E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4672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44279-1330-D9B9-50A4-E16B4FAD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3A23-4259-704B-A0ED-E3F4C68FAB85}" type="datetime1">
              <a:rPr lang="en-US" smtClean="0"/>
              <a:t>6/8/26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A75BF-0F36-DE66-ACC8-7CD297CA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BD234-ED30-4691-2EB4-81DE2121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0963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A765-CC1E-67CD-FE1E-AE1942D1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E7307-150B-D0F1-8C93-34562821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23287-F377-3183-F520-2971068FA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2688A-4A1A-AB4B-86FF-6D7CC9CC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58F3F-3B49-2D40-8321-D749D81B8393}" type="datetime1">
              <a:rPr lang="en-US" smtClean="0"/>
              <a:t>6/8/26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A58F5-997D-2C4D-8410-6259DE4C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822C5-0B32-55D5-D66B-9E7F173B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1031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4D36-026D-77E6-3D97-5782C740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420C4-0490-0AA2-B93C-56CAF0B9C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8EDAE-7C80-A7FA-D152-CDDEF3311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A24C1-534B-6A47-9E4B-BB1C811C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E1DA-3D40-C84D-B57A-03A715080B80}" type="datetime1">
              <a:rPr lang="en-US" smtClean="0"/>
              <a:t>6/8/26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F7160-EE22-C1A3-C5C0-261474E4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DC31D-034C-7AB4-4B00-132B700A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2418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559F-A250-6AB2-6686-185172AD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40CD7-8C79-30A9-DF2B-36FF8DA79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F6EAE-100C-14FE-BCAF-3A825A5C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74BEB-B27A-B146-93D5-8B7816C0CDE8}" type="datetime1">
              <a:rPr lang="en-US" smtClean="0"/>
              <a:t>6/8/26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A4C46-678C-42AC-A300-73C42E40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A7442-5B41-849D-C7AF-A8FCEC23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13517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BF5F6-D3DC-8BDA-9D1A-E3384FE09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5FDB3-1123-6C80-6C20-9218456C4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6189-819C-79BC-6F17-6196773A1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0104-ED0A-6C47-B1E9-EB30697FA343}" type="datetime1">
              <a:rPr lang="en-US" smtClean="0"/>
              <a:t>6/8/26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0B095-E6DC-D5CF-0A76-2F6A115A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292D5-F0C6-AC7E-F895-8298903D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01535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A2F80-87B3-A342-8438-D05BC499A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FAB01-FC52-F479-6720-3E0FA67B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5DBAC-E5CE-7391-DE94-A828ED8FB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3538E-99F4-3D4E-8CC0-9EBDBF937017}" type="datetime1">
              <a:rPr lang="en-US" smtClean="0"/>
              <a:t>6/8/26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2ED3E-E0A5-4A34-EBB3-2848A4FFC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992C5-0A59-48CE-0851-0FD7F3E8A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904E6-911D-964C-8F2A-0464DFAEE4B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3954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kaphle.com.np/2023/02/tu-result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BBD9-A157-A0B7-9DE7-6F2C39FFD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7433"/>
            <a:ext cx="9144000" cy="1913373"/>
          </a:xfrm>
        </p:spPr>
        <p:txBody>
          <a:bodyPr>
            <a:normAutofit fontScale="90000"/>
          </a:bodyPr>
          <a:lstStyle/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BUS TICKET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1611E-9979-268B-7B28-862F5AABF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8264" y="5303520"/>
            <a:ext cx="4319472" cy="1554480"/>
          </a:xfrm>
        </p:spPr>
        <p:txBody>
          <a:bodyPr>
            <a:normAutofit/>
          </a:bodyPr>
          <a:lstStyle/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</a:p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Prabita Adhikari</a:t>
            </a:r>
          </a:p>
        </p:txBody>
      </p:sp>
      <p:pic>
        <p:nvPicPr>
          <p:cNvPr id="4" name="Picture 3" descr="त्रिभुवन विश्व विद्यालय व्यवस्थापन संकाय डिनको कार्यालयद्वारा नतिजा ...">
            <a:extLst>
              <a:ext uri="{FF2B5EF4-FFF2-40B4-BE49-F238E27FC236}">
                <a16:creationId xmlns:a16="http://schemas.microsoft.com/office/drawing/2014/main" id="{3A8BF6CF-EA1A-728B-DEF9-25CA6EEA8D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6301" y="106363"/>
            <a:ext cx="1015365" cy="1016000"/>
          </a:xfrm>
          <a:prstGeom prst="rect">
            <a:avLst/>
          </a:prstGeom>
        </p:spPr>
      </p:pic>
      <p:pic>
        <p:nvPicPr>
          <p:cNvPr id="1026" name="Picture 2" descr="Southwestern State College (SWSC) | LinkedIn">
            <a:extLst>
              <a:ext uri="{FF2B5EF4-FFF2-40B4-BE49-F238E27FC236}">
                <a16:creationId xmlns:a16="http://schemas.microsoft.com/office/drawing/2014/main" id="{36FCA013-827A-223C-FFFC-3C23E157E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9997" y="57944"/>
            <a:ext cx="1255702" cy="111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0C3F27B-485E-98FC-130A-D2A51BDADD4D}"/>
              </a:ext>
            </a:extLst>
          </p:cNvPr>
          <p:cNvSpPr txBox="1">
            <a:spLocks/>
          </p:cNvSpPr>
          <p:nvPr/>
        </p:nvSpPr>
        <p:spPr>
          <a:xfrm>
            <a:off x="1524000" y="-26016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P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NP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</a:p>
          <a:p>
            <a:r>
              <a:rPr lang="en-NP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DEFENSE: BCA 4th SEM PROJECT I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FCAD859-7E59-4046-5642-578191C9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5CDA0-D012-214F-9060-8EEFB344ABBF}" type="datetime1">
              <a:rPr lang="en-US" smtClean="0"/>
              <a:t>6/8/26</a:t>
            </a:fld>
            <a:endParaRPr lang="en-NP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D98B5E3-B556-69ED-39F2-85F09BD7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1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5103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D2B4-A02C-1F36-109B-10C4125E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P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FE24-1D9E-A4CA-9C76-6B608AAD2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r>
              <a:rPr lang="en-US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NP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P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6F1A0-307A-1516-CC0F-BDBB8760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C5093-F7F1-4D4D-8B77-F773A2ECA80C}" type="datetime1">
              <a:rPr lang="en-US" smtClean="0"/>
              <a:t>6/8/26</a:t>
            </a:fld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7A44-764D-FEDC-55BE-707DA53A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2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7056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CFB4-6E34-4CE3-62BA-B68607DD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543AA-92AF-59E6-0AD0-FCDB3AD4E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Bus Ticket Management System (OBTMS) is a web-based  project.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automate bus ticket booking and management.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run on a local server using PHP and MySQL.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search buses, view schedules, select seats, and book tickets digitally.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buses, routes, schedules, and booking records efficiently.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9F7C4-F45C-1119-39C6-12553F65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B2B15-CC34-5E9D-0E20-179C45D0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883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26E5-8B30-E282-300D-EB5DE9D9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CE02A-AAA7-AF03-7574-852C6453B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ticket booking in Nepal leads to long queues and delays, especially during festivals.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personally waited 2–3 hours for a bus ticket during a festival.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large and include multiple services; this project focuses only on bus ticket booking.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simple, efficient, and digital solution.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9F8FF-C69B-E386-E37A-DACBAC4D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05500-0E7C-4BA0-FC2E-2B1826A7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4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77203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D238F-367D-E63D-95AD-7456CC71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F945-1CB9-7663-DB60-1B482BCF1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main objective of the OBTMS are as follows:</a:t>
            </a:r>
            <a:endParaRPr lang="en-NP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digitize the traditional manual bus ticket booking process.</a:t>
            </a:r>
            <a:endParaRPr lang="en-NP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reduce passenger waiting time during ticket booking.</a:t>
            </a:r>
            <a:endParaRPr lang="en-NP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provide easy bus ticket booking and management facilities.</a:t>
            </a:r>
            <a:endParaRPr lang="en-NP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manage buses, routes, schedules, users, and bookings efficiently using CRUD operations.</a:t>
            </a:r>
            <a:endParaRPr lang="en-NP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4D01D-D671-D9EF-8119-D8D09B34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3D2DA-CE46-F4EB-C2AD-74A57C97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5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12094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A48D-E55D-C299-659D-3368B643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66E70-73F5-9811-139D-2E9FCA6E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31AD6-2FB7-A826-2F65-F3B2B9D0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6</a:t>
            </a:fld>
            <a:endParaRPr lang="en-NP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BCD911-1256-B3D9-2EAE-371CAB1F9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50" y="1690688"/>
            <a:ext cx="5880100" cy="4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16EC3B-6A43-10C5-0EA5-73252802A3EA}"/>
              </a:ext>
            </a:extLst>
          </p:cNvPr>
          <p:cNvSpPr txBox="1"/>
          <p:nvPr/>
        </p:nvSpPr>
        <p:spPr>
          <a:xfrm>
            <a:off x="5081286" y="6004926"/>
            <a:ext cx="2690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P" dirty="0"/>
              <a:t>Waterfall Model of OBTMS</a:t>
            </a:r>
          </a:p>
        </p:txBody>
      </p:sp>
    </p:spTree>
    <p:extLst>
      <p:ext uri="{BB962C8B-B14F-4D97-AF65-F5344CB8AC3E}">
        <p14:creationId xmlns:p14="http://schemas.microsoft.com/office/powerpoint/2010/main" val="2687578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B71F-9FCC-59E3-99BA-12938D59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106B7-43F8-1009-C1FE-B33F4932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Requirement Identification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Study of Existing System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online bus ticket platforms like BusSewa[1].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features such as bus search, schedule viewing, seat selection, and online booking.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functionalities.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Requirement Collection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personal experience and observation of manual ticket booking.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major issues: long queues, booking errors, difficulty in managing tickets.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71722-776A-1AD5-F201-49DACA419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BA427-5D58-6C5F-893E-A5CD985F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7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643807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77FEB-D051-8E33-AA96-39CDB11F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E2E9-D886-6F0E-6D4B-0237E2A03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145910" cy="429738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shall have the ability to register and log into the system.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shall have the ability to search available buses and view schedules.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shall have the ability to select seats and book bus tickets.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shall have the ability to view and cancel bookings.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admin shall have the ability to log into the admin panel securely.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admin shall have the ability to add, update, view, and delete bus details.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admin shall have the ability to manage routes and schedules using CRUD operations.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admin shall have the ability to manage booking records and customer information.</a:t>
            </a:r>
            <a:endParaRPr lang="en-NP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shall have the ability to store and retrieve data from the database.</a:t>
            </a:r>
            <a:r>
              <a:rPr lang="en-NP" sz="2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NP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231-B9E4-6660-498E-783F7C72C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24D51-FD79-010C-DD67-0D1F57B5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8</a:t>
            </a:fld>
            <a:endParaRPr lang="en-NP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A6ABCF-A132-BD38-1615-C90A3C0B90B5}"/>
              </a:ext>
            </a:extLst>
          </p:cNvPr>
          <p:cNvSpPr txBox="1">
            <a:spLocks/>
          </p:cNvSpPr>
          <p:nvPr/>
        </p:nvSpPr>
        <p:spPr>
          <a:xfrm>
            <a:off x="6314955" y="1825623"/>
            <a:ext cx="5145910" cy="4297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</a:t>
            </a: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en-US" sz="1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must have reliable management and storage of booking records.</a:t>
            </a:r>
            <a:endParaRPr lang="en-NP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en-US" sz="1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must have secure authentication, validation, and session management.</a:t>
            </a:r>
            <a:endParaRPr lang="en-NP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itchFamily="2" charset="2"/>
              <a:buChar char=""/>
            </a:pPr>
            <a:r>
              <a:rPr lang="en-US" sz="1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must have a responsive and user-friendly interface.</a:t>
            </a:r>
            <a:endParaRPr lang="en-NP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P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2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E26F-392D-C0DC-4237-A6C805A4C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342F7-05D6-0D66-8B71-5D69E9A8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3F360-4C03-BBDA-A9F6-B298B562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9</a:t>
            </a:fld>
            <a:endParaRPr lang="en-N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6F879-DFDB-513B-21A1-666B5EB929EF}"/>
              </a:ext>
            </a:extLst>
          </p:cNvPr>
          <p:cNvSpPr txBox="1"/>
          <p:nvPr/>
        </p:nvSpPr>
        <p:spPr>
          <a:xfrm>
            <a:off x="4483865" y="621758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of OBTMS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74D3A90-472B-84FD-5AEF-6FADF3540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99" y="1531917"/>
            <a:ext cx="4275399" cy="468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7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2A4F-D7BF-4AFA-07CE-5E3C812F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FE9E5-4A88-390D-FCAB-D0F33E43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Technical Feasibility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HTML, CSS, JavaScript, PHP, MySQL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local server (XAMPP)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Operational Feasibility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user-friendly, easy to operate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Economic Feasibility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free and open-source tools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additional hardware/software required</a:t>
            </a:r>
            <a:endParaRPr lang="en-N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A494A-255B-214D-005B-6927441C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B3E0F-1D04-07A7-B98F-DAAC1AF4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10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49618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8697-3EFA-CDF2-4FF0-5E271C6D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79F64-293A-35F3-24CE-A64FF7FE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DCC2C-5122-E57B-72C5-B1459132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11</a:t>
            </a:fld>
            <a:endParaRPr lang="en-NP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AB421B-43CE-FCBF-3748-0D453AE5A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7156" y="1825625"/>
            <a:ext cx="3737687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7CAC62-87DC-AE9A-E6B9-0F2EAA633960}"/>
              </a:ext>
            </a:extLst>
          </p:cNvPr>
          <p:cNvSpPr txBox="1"/>
          <p:nvPr/>
        </p:nvSpPr>
        <p:spPr>
          <a:xfrm>
            <a:off x="4919240" y="6308209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 of OBTMS</a:t>
            </a:r>
          </a:p>
        </p:txBody>
      </p:sp>
    </p:spTree>
    <p:extLst>
      <p:ext uri="{BB962C8B-B14F-4D97-AF65-F5344CB8AC3E}">
        <p14:creationId xmlns:p14="http://schemas.microsoft.com/office/powerpoint/2010/main" val="56190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132C-FC8E-F52B-67A8-70042715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654E94-A3F0-D856-BB45-2989EAF85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4046" y="1955629"/>
            <a:ext cx="5981700" cy="3327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E8C9F-ECD6-3261-968C-5D26DCFF3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2A31C-DAD4-F003-C4C0-8428A7AC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12</a:t>
            </a:fld>
            <a:endParaRPr lang="en-N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3F62F-8F23-11D1-D7EF-6DE2D05E9686}"/>
              </a:ext>
            </a:extLst>
          </p:cNvPr>
          <p:cNvSpPr txBox="1"/>
          <p:nvPr/>
        </p:nvSpPr>
        <p:spPr>
          <a:xfrm>
            <a:off x="5266481" y="5635023"/>
            <a:ext cx="2262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P" dirty="0"/>
              <a:t>Gantt Chart of OBTMS</a:t>
            </a:r>
          </a:p>
        </p:txBody>
      </p:sp>
    </p:spTree>
    <p:extLst>
      <p:ext uri="{BB962C8B-B14F-4D97-AF65-F5344CB8AC3E}">
        <p14:creationId xmlns:p14="http://schemas.microsoft.com/office/powerpoint/2010/main" val="249885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FC6E-635A-F6C1-6380-3418B99F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41CDE-8A47-7E9F-E3B8-00D6F11D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F9BA4-BBA3-04AB-1065-27D54321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8B892-15C5-8B75-9D8B-FAFD0D7B1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13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09295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9043-9D71-C24C-13DB-8458AD43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0188B-EAA1-7D46-B64E-468E9BD1A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P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BusSewa, "BusSewa," [Online]. Available: https://bussewa.com.np.</a:t>
            </a:r>
          </a:p>
          <a:p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95C08-1AED-5572-0C67-D9F81142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B8B50-7239-61CC-E42B-2AB955F0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14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9331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A195-6688-57BA-9CD7-94DBFF3B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3682"/>
            <a:ext cx="10515600" cy="1325563"/>
          </a:xfrm>
        </p:spPr>
        <p:txBody>
          <a:bodyPr/>
          <a:lstStyle/>
          <a:p>
            <a:pPr algn="ctr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DC91-6178-CE1D-8725-6CD08D26D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62659"/>
          </a:xfrm>
        </p:spPr>
        <p:txBody>
          <a:bodyPr/>
          <a:lstStyle/>
          <a:p>
            <a:pPr marL="0" indent="0">
              <a:buNone/>
            </a:pPr>
            <a:endParaRPr lang="en-N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DCE1-A7E2-1F4F-09ED-43C08DE4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E9A0-F142-384B-9B5A-B584BC19CFFE}" type="datetime1">
              <a:rPr lang="en-US" smtClean="0"/>
              <a:t>6/8/26</a:t>
            </a:fld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5EF59-497D-772A-CA83-001549B8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04E6-911D-964C-8F2A-0464DFAEE4BD}" type="slidenum">
              <a:rPr lang="en-NP" smtClean="0"/>
              <a:t>15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2378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591</Words>
  <Application>Microsoft Macintosh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Office Theme</vt:lpstr>
      <vt:lpstr>ONLINE BUS TICKET MANAGEMENT SYSTEM</vt:lpstr>
      <vt:lpstr>TABLE OF CONTENT</vt:lpstr>
      <vt:lpstr>INTRODUCTION</vt:lpstr>
      <vt:lpstr>PROBLEM STATEMENT</vt:lpstr>
      <vt:lpstr>OBJECTIVES</vt:lpstr>
      <vt:lpstr>METHODOLOGY</vt:lpstr>
      <vt:lpstr>CONTINUE…</vt:lpstr>
      <vt:lpstr>Continue…</vt:lpstr>
      <vt:lpstr>Use Case Diagram</vt:lpstr>
      <vt:lpstr>Feasibility Study</vt:lpstr>
      <vt:lpstr>SYSTEM FLOWCHART</vt:lpstr>
      <vt:lpstr>GANTT CHART</vt:lpstr>
      <vt:lpstr>EXPECTED OUTCOMES</vt:lpstr>
      <vt:lpstr>BIBLIOGRAPHY</vt:lpstr>
      <vt:lpstr>Any Queries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BUS TICKET MANAGEMENT SYSTEM</dc:title>
  <dc:creator>Microsoft Office User</dc:creator>
  <cp:lastModifiedBy>Microsoft Office User</cp:lastModifiedBy>
  <cp:revision>10</cp:revision>
  <dcterms:created xsi:type="dcterms:W3CDTF">2026-05-26T12:42:29Z</dcterms:created>
  <dcterms:modified xsi:type="dcterms:W3CDTF">2026-06-08T14:46:05Z</dcterms:modified>
</cp:coreProperties>
</file>